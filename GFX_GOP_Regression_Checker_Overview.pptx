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365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GFX / GOP Driver Regression Checker --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9377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FDBFF"/>
                </a:solidFill>
              </a:rPr>
              <a:t>What happens when you click  Check GFX Regression  or  Check GOP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CA3AF"/>
                </a:solidFill>
              </a:rPr>
              <a:t>GFX / GOP Driver Regression Checker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14400"/>
            <a:ext cx="1298448" cy="80467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914400"/>
            <a:ext cx="129844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</a:rPr>
              <a:t>1
Read </a:t>
            </a:r>
            <a:r>
              <a:rPr lang="en-US" sz="850" b="1">
                <a:solidFill>
                  <a:srgbClr val="FFFFFF"/>
                </a:solidFill>
              </a:rPr>
              <a:t>Data from </a:t>
            </a:r>
            <a:r>
              <a:rPr sz="850" b="1">
                <a:solidFill>
                  <a:srgbClr val="FFFFFF"/>
                </a:solidFill>
              </a:rPr>
              <a:t>HSD</a:t>
            </a:r>
            <a:endParaRPr sz="850" b="1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7048" y="114300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7" y="914400"/>
            <a:ext cx="1298448" cy="80467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64207" y="914400"/>
            <a:ext cx="12984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2
POST
/regression-check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114300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9815" y="914400"/>
            <a:ext cx="1298448" cy="80467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9815" y="914400"/>
            <a:ext cx="12984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3
HSD API
Fetch bug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14300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5423" y="914400"/>
            <a:ext cx="1298448" cy="80467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35423" y="914400"/>
            <a:ext cx="12984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4
Versions
complete?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1" y="114300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71031" y="914400"/>
            <a:ext cx="1298448" cy="8046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71031" y="914400"/>
            <a:ext cx="12984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5
/qb-check-auth
Auth?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114300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914400"/>
            <a:ext cx="1298448" cy="80467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0" y="914400"/>
            <a:ext cx="12984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6
POST
/qb-builds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114300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42247" y="914400"/>
            <a:ext cx="1298448" cy="80467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42247" y="914400"/>
            <a:ext cx="12984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7
Resolve CI
build ref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0695" y="114300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77855" y="914400"/>
            <a:ext cx="1298448" cy="8046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77855" y="914400"/>
            <a:ext cx="129844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8
Render
Results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828800"/>
            <a:ext cx="1188720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1865376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3500"/>
                </a:solidFill>
              </a:rPr>
              <a:t>Step 4 -- versions missing: Manual Version Input Overlay shown     Step 5 -- not logged in: QB Login form shown before 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286000"/>
            <a:ext cx="11887200" cy="25603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30428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4 Key Network Round-Trips (normal path)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587752"/>
            <a:ext cx="2834640" cy="25603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25877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(1) HSD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43784"/>
            <a:ext cx="2834640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2862072"/>
            <a:ext cx="2743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Fetch bug metadata
(title, status, versions)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2587752"/>
            <a:ext cx="283464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46120" y="25877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(2) QB Auth Check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2843784"/>
            <a:ext cx="2834640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91839" y="2862072"/>
            <a:ext cx="2743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Quick /rest/version ping
Skip login if cached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587752"/>
            <a:ext cx="2834640" cy="25603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25877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(3) QB Build Search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2843784"/>
            <a:ext cx="2834640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2862072"/>
            <a:ext cx="2743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Match fail/pass/fix versions
Resolve CI build ref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2587752"/>
            <a:ext cx="283464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89720" y="25877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(4) QB Commits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9720" y="2843784"/>
            <a:ext cx="2834640" cy="530352"/>
          </a:xfrm>
          <a:prstGeom prst="rect">
            <a:avLst/>
          </a:prstGeom>
          <a:solidFill>
            <a:srgbClr val="EFF6FF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35440" y="2862072"/>
            <a:ext cx="2743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On-demand: trace revenue-pr
-&gt; commit list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3493008"/>
            <a:ext cx="1188720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3511296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Optional -- Show Commits Flow  (triggered by Show Commits button)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" y="3803904"/>
            <a:ext cx="1572768" cy="6400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56032" y="3803904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151"/>
                </a:solidFill>
              </a:rPr>
              <a:t>User clicks
Show Commits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3977639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3803904"/>
            <a:ext cx="1572768" cy="6400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920240" y="3803904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151"/>
                </a:solidFill>
              </a:rPr>
              <a:t>POST
/qb-commits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93008" y="3977639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84448" y="3803904"/>
            <a:ext cx="1572768" cy="6400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84448" y="3803904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151"/>
                </a:solidFill>
              </a:rPr>
              <a:t>Extract
revenue-pr-NNNNN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57216" y="3977639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48656" y="3803904"/>
            <a:ext cx="1572768" cy="6400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48656" y="3803904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151"/>
                </a:solidFill>
              </a:rPr>
              <a:t>Search QB for
list-changes build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21424" y="3977639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12864" y="3803904"/>
            <a:ext cx="1572768" cy="6400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12864" y="3803904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151"/>
                </a:solidFill>
              </a:rPr>
              <a:t>GET /rest/builds
/{id}/changes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85632" y="3977639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77072" y="3803904"/>
            <a:ext cx="1572768" cy="6400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77072" y="3803904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151"/>
                </a:solidFill>
              </a:rPr>
              <a:t>Parse XML
commit list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3977639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CA3AF"/>
                </a:solidFill>
              </a:rPr>
              <a:t>&gt;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41280" y="3803904"/>
            <a:ext cx="1572768" cy="640080"/>
          </a:xfrm>
          <a:prstGeom prst="rect">
            <a:avLst/>
          </a:prstGeom>
          <a:solidFill>
            <a:srgbClr val="F0FDF4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241280" y="3803904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151"/>
                </a:solidFill>
              </a:rPr>
              <a:t>Render table
+ QB link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4572000"/>
            <a:ext cx="1188720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" y="459028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UI &amp; Backend Components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6032" y="4828032"/>
            <a:ext cx="2331720" cy="219456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56032" y="482803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sidepanel.html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6032" y="5047488"/>
            <a:ext cx="2331720" cy="640080"/>
          </a:xfrm>
          <a:prstGeom prst="rect">
            <a:avLst/>
          </a:prstGeom>
          <a:solidFill>
            <a:srgbClr val="EFF6FF"/>
          </a:solidFill>
          <a:ln w="7620"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92608" y="5065776"/>
            <a:ext cx="22585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151"/>
                </a:solidFill>
              </a:rPr>
              <a:t>Layout &amp; buttons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42615" y="4828032"/>
            <a:ext cx="2331720" cy="219456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642615" y="482803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sidepanel.js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42615" y="5047488"/>
            <a:ext cx="2331720" cy="640080"/>
          </a:xfrm>
          <a:prstGeom prst="rect">
            <a:avLst/>
          </a:prstGeom>
          <a:solidFill>
            <a:srgbClr val="EFF6FF"/>
          </a:solidFill>
          <a:ln w="7620"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679191" y="5065776"/>
            <a:ext cx="22585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151"/>
                </a:solidFill>
              </a:rPr>
              <a:t>Mode switch
keydown (C=clear)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0" y="4828032"/>
            <a:ext cx="2331720" cy="219456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029200" y="482803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regression_ui.js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0" y="5047488"/>
            <a:ext cx="2331720" cy="640080"/>
          </a:xfrm>
          <a:prstGeom prst="rect">
            <a:avLst/>
          </a:prstGeom>
          <a:solidFill>
            <a:srgbClr val="EFF6FF"/>
          </a:solidFill>
          <a:ln w="7620"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065776" y="5065776"/>
            <a:ext cx="22585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151"/>
                </a:solidFill>
              </a:rPr>
              <a:t>checkGfxRegression()
checkGopRegression()
showQbLoginOverlay()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15783" y="4828032"/>
            <a:ext cx="2331720" cy="219456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415783" y="482803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bridge_server.py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15783" y="5047488"/>
            <a:ext cx="2331720" cy="640080"/>
          </a:xfrm>
          <a:prstGeom prst="rect">
            <a:avLst/>
          </a:prstGeom>
          <a:solidFill>
            <a:srgbClr val="EFF6FF"/>
          </a:solidFill>
          <a:ln w="7620"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52359" y="5065776"/>
            <a:ext cx="22585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151"/>
                </a:solidFill>
              </a:rPr>
              <a:t>HTTP routing
port 8776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02367" y="4828032"/>
            <a:ext cx="2331720" cy="219456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802367" y="482803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regression_checker.py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02367" y="5047488"/>
            <a:ext cx="2331720" cy="640080"/>
          </a:xfrm>
          <a:prstGeom prst="rect">
            <a:avLst/>
          </a:prstGeom>
          <a:solidFill>
            <a:srgbClr val="EFF6FF"/>
          </a:solidFill>
          <a:ln w="7620"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838943" y="5065776"/>
            <a:ext cx="22585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74151"/>
                </a:solidFill>
              </a:rPr>
              <a:t>All HSD + QB
business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365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Overall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9377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BFDBFF"/>
                </a:solidFill>
              </a:rPr>
              <a:t>Check GFX / GOP Driver Regression  �  End-to-End Execution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CA3AF"/>
                </a:solidFill>
              </a:rPr>
              <a:t>GFX / GOP Driver Regression Checker �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886968"/>
            <a:ext cx="4572000" cy="402336"/>
          </a:xfrm>
          <a:prstGeom prst="roundRect">
            <a:avLst/>
          </a:prstGeom>
          <a:solidFill>
            <a:srgbClr val="4F46E5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9504" y="923544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 clicks   Check GFX / GOP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380744"/>
            <a:ext cx="4572000" cy="402336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9504" y="1417320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Read active HSD ID  (activeHsdId)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874519"/>
            <a:ext cx="4572000" cy="402336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9504" y="1911095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POST /regression-check  �  Bridge Server � port 8776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368296"/>
            <a:ext cx="4572000" cy="402336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9504" y="2404872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check_hsd_regression()  �  Call Intel HSD API  �  Fetch bug metadata</a:t>
            </a:r>
          </a:p>
        </p:txBody>
      </p:sp>
      <p:sp>
        <p:nvSpPr>
          <p:cNvPr id="16" name="Diamond 15"/>
          <p:cNvSpPr/>
          <p:nvPr/>
        </p:nvSpPr>
        <p:spPr>
          <a:xfrm>
            <a:off x="2834640" y="2862072"/>
            <a:ext cx="4572000" cy="402336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29169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E293B"/>
                </a:solidFill>
              </a:rPr>
              <a:t>Versions complete?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3355848"/>
            <a:ext cx="4572000" cy="402336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9504" y="3392424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/qb-check-auth  �  Verify QB session</a:t>
            </a:r>
          </a:p>
        </p:txBody>
      </p:sp>
      <p:sp>
        <p:nvSpPr>
          <p:cNvPr id="20" name="Diamond 19"/>
          <p:cNvSpPr/>
          <p:nvPr/>
        </p:nvSpPr>
        <p:spPr>
          <a:xfrm>
            <a:off x="2834640" y="3849624"/>
            <a:ext cx="4572000" cy="402336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3904487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E293B"/>
                </a:solidFill>
              </a:rPr>
              <a:t>QB session active?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4343400"/>
            <a:ext cx="4572000" cy="402336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89504" y="4379976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POST /qb-builds  �  qb_search_builds()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4837176"/>
            <a:ext cx="4572000" cy="402336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89504" y="4873752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Query QuickBuild API  �  Match fail / pass / fix builds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5330952"/>
            <a:ext cx="4572000" cy="402336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89504" y="5367528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Resolve CI build reference
GFX: ci-master-NNNNN  |  GOP: gop-ci-main-NNN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5824728"/>
            <a:ext cx="4572000" cy="402336"/>
          </a:xfrm>
          <a:prstGeom prst="roundRect">
            <a:avLst/>
          </a:prstGeom>
          <a:solidFill>
            <a:srgbClr val="16A34A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89504" y="5861304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Render Regression Table  in regression-area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11496" y="1289304"/>
            <a:ext cx="18288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111496" y="1783080"/>
            <a:ext cx="18288" cy="9143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11496" y="2276856"/>
            <a:ext cx="18288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111496" y="2770632"/>
            <a:ext cx="18288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111496" y="3264408"/>
            <a:ext cx="18288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111496" y="3758184"/>
            <a:ext cx="18288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111496" y="4251960"/>
            <a:ext cx="18288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111496" y="4745736"/>
            <a:ext cx="18288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11496" y="5239512"/>
            <a:ext cx="18288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111496" y="5733288"/>
            <a:ext cx="18288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1440" y="2862072"/>
            <a:ext cx="2560320" cy="402336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6304" y="2898648"/>
            <a:ext cx="2468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Show Version
Input Overlay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3054096"/>
            <a:ext cx="1828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88336" y="2916936"/>
            <a:ext cx="25603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A580C"/>
                </a:solidFill>
              </a:rPr>
              <a:t>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50592" y="3273551"/>
            <a:ext cx="365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6A34A"/>
                </a:solidFill>
              </a:rPr>
              <a:t>Yes?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3355848"/>
            <a:ext cx="1828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589520" y="3849624"/>
            <a:ext cx="4389119" cy="402336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44384" y="3886200"/>
            <a:ext cx="42976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</a:rPr>
              <a:t>Show QB Login Overlay
Enter IDSID / Password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06640" y="4041648"/>
            <a:ext cx="1828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43215" y="3904487"/>
            <a:ext cx="80467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</a:rPr>
              <a:t>Not logged 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76272" y="4261104"/>
            <a:ext cx="6400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6A34A"/>
                </a:solidFill>
              </a:rPr>
              <a:t>Logged in?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4343400"/>
            <a:ext cx="1828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406640" y="6016752"/>
            <a:ext cx="1828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Diamond 52"/>
          <p:cNvSpPr/>
          <p:nvPr/>
        </p:nvSpPr>
        <p:spPr>
          <a:xfrm>
            <a:off x="7589520" y="5824728"/>
            <a:ext cx="1920240" cy="402336"/>
          </a:xfrm>
          <a:prstGeom prst="diamond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11972" y="5879592"/>
            <a:ext cx="107533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</a:rPr>
              <a:t>Show
Commits?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6016752"/>
            <a:ext cx="201168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37192" y="5879592"/>
            <a:ext cx="2011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6A34A"/>
                </a:solidFill>
              </a:rPr>
              <a:t>Yes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10928" y="5824728"/>
            <a:ext cx="2267711" cy="402336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65792" y="5861304"/>
            <a:ext cx="217627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93B"/>
                </a:solidFill>
              </a:rPr>
              <a:t>POST /qb-commits  �  Trace revenue-pr
? Commit table  +  View Changes on QB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365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Value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9377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FDBFF"/>
                </a:solidFill>
              </a:rPr>
              <a:t>Phase 1 &amp; Phase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9CA3AF"/>
                </a:solidFill>
              </a:rPr>
              <a:t>GFX / GOP Driver Regression Checker � Value Proposition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14400"/>
            <a:ext cx="5715000" cy="5349240"/>
          </a:xfrm>
          <a:prstGeom prst="rect">
            <a:avLst/>
          </a:prstGeom>
          <a:solidFill>
            <a:srgbClr val="EBE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914400"/>
            <a:ext cx="571500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94183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02412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</a:rPr>
              <a:t>Automated CI Build Resolution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44752"/>
            <a:ext cx="553212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46304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Problem  (Before)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737360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</a:rPr>
              <a:t>Production driver builds carry no metadata identifying the originating CI master branch.
Engineers must manually search Driver History or QuickBuild to trace build lineage
� time-consuming and error-prone.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68880"/>
            <a:ext cx="5532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48716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Solution  (After)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70632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</a:rPr>
              <a:t>Automatically resolves the corresponding ci-master build for any given
Pass / Fail GFX / GOP driver version in under one minute.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00984"/>
            <a:ext cx="553212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319272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Current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630168"/>
            <a:ext cx="73152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624" y="3630168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7" y="366674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F46E5"/>
                </a:solidFill>
              </a:rPr>
              <a:t>GFX Driver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8313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74151"/>
                </a:solidFill>
              </a:rPr>
              <a:t>prod-hini-releases  ?  ci-master-NNNNN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4160520"/>
            <a:ext cx="73152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0624" y="4160520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7" y="419709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</a:rPr>
              <a:t>GOP  PTL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6168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74151"/>
                </a:solidFill>
              </a:rPr>
              <a:t>prod-gop-prod-PTL-N  /  prod-gop-Xe3-N  ?  gop-ci-main-NNN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4690872"/>
            <a:ext cx="73152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0624" y="4690872"/>
            <a:ext cx="5303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7" y="472744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</a:rPr>
              <a:t>GOP  WCL / NVL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489204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74151"/>
                </a:solidFill>
              </a:rPr>
              <a:t>prod-gop-Xe3p-N  ?  ci-main-NNN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914400"/>
            <a:ext cx="5715000" cy="534924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45352" y="914400"/>
            <a:ext cx="57150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941832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102412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F7D0"/>
                </a:solidFill>
              </a:rPr>
              <a:t>AI-Assisted Regression Isolation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6792" y="1444752"/>
            <a:ext cx="553212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28232" y="146304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Problem  (Before)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1737360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</a:rPr>
              <a:t>Traditional bisection requires multiple manual validation cycles to
identify the regression-inducing commit
� labor-intensive, with no analytical guidance to prioritize candidates.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36792" y="2468880"/>
            <a:ext cx="5532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28232" y="248716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Solution  (After)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2770632"/>
            <a:ext cx="5440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</a:rPr>
              <a:t>Integrates Sighting Assistant Tool analysis with CI build commit diffs to
identify probable regression-inducing changes and generate a ranked list
of build candidates � significantly reducing bisection overhead.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6792" y="3502152"/>
            <a:ext cx="553212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28232" y="352044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Execution Steps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3831336"/>
            <a:ext cx="310896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3831336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3831336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66560" y="389534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</a:rPr>
              <a:t>Retrieve commit delta between Pass / Fail ci-master builds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4306824"/>
            <a:ext cx="310896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55080" y="4306824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306824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66560" y="437083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</a:rPr>
              <a:t>Sighting Assistant Tool correlates HSD context with commit 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782312"/>
            <a:ext cx="310896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55080" y="4782312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5120" y="4782312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66560" y="48463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</a:rPr>
              <a:t>AI model ranks probable regression-inducing commits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5257800"/>
            <a:ext cx="310896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55080" y="5257800"/>
            <a:ext cx="310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5257800"/>
            <a:ext cx="5029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66560" y="532180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</a:rPr>
              <a:t>Output: prioritized build candidate list for targeted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661</Words>
  <Application>Microsoft Office PowerPoint</Application>
  <PresentationFormat>Custom</PresentationFormat>
  <Paragraphs>107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Chen, Brian</cp:lastModifiedBy>
  <cp:revision>2</cp:revision>
  <dcterms:created xsi:type="dcterms:W3CDTF">2013-01-27T09:14:16Z</dcterms:created>
  <dcterms:modified xsi:type="dcterms:W3CDTF">2026-05-28T08:27:44Z</dcterms:modified>
  <cp:category/>
</cp:coreProperties>
</file>